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2" r:id="rId7"/>
    <p:sldId id="264" r:id="rId8"/>
    <p:sldId id="265" r:id="rId9"/>
    <p:sldId id="261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47257-54DA-4574-9D1B-25A56A2CE7E8}" v="9" dt="2026-01-19T17:48:4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Mogalapalli" userId="74d2c4d52d88ce7d" providerId="LiveId" clId="{D0BA0080-8504-41B7-926C-655607E98B4E}"/>
    <pc:docChg chg="custSel modSld">
      <pc:chgData name="Mounika Mogalapalli" userId="74d2c4d52d88ce7d" providerId="LiveId" clId="{D0BA0080-8504-41B7-926C-655607E98B4E}" dt="2026-01-19T17:49:52.183" v="116" actId="1076"/>
      <pc:docMkLst>
        <pc:docMk/>
      </pc:docMkLst>
      <pc:sldChg chg="addSp delSp modSp mod">
        <pc:chgData name="Mounika Mogalapalli" userId="74d2c4d52d88ce7d" providerId="LiveId" clId="{D0BA0080-8504-41B7-926C-655607E98B4E}" dt="2026-01-19T17:49:52.183" v="116" actId="1076"/>
        <pc:sldMkLst>
          <pc:docMk/>
          <pc:sldMk cId="4043737824" sldId="257"/>
        </pc:sldMkLst>
        <pc:spChg chg="add mod">
          <ac:chgData name="Mounika Mogalapalli" userId="74d2c4d52d88ce7d" providerId="LiveId" clId="{D0BA0080-8504-41B7-926C-655607E98B4E}" dt="2026-01-19T17:39:01.575" v="11" actId="14100"/>
          <ac:spMkLst>
            <pc:docMk/>
            <pc:sldMk cId="4043737824" sldId="257"/>
            <ac:spMk id="12" creationId="{D6B9F9E1-7903-216C-3A18-D9069721A243}"/>
          </ac:spMkLst>
        </pc:spChg>
        <pc:spChg chg="add mod">
          <ac:chgData name="Mounika Mogalapalli" userId="74d2c4d52d88ce7d" providerId="LiveId" clId="{D0BA0080-8504-41B7-926C-655607E98B4E}" dt="2026-01-19T17:49:52.183" v="116" actId="1076"/>
          <ac:spMkLst>
            <pc:docMk/>
            <pc:sldMk cId="4043737824" sldId="257"/>
            <ac:spMk id="13" creationId="{DC971826-97F8-770A-FD4D-E6DB37C80008}"/>
          </ac:spMkLst>
        </pc:spChg>
        <pc:picChg chg="add mod">
          <ac:chgData name="Mounika Mogalapalli" userId="74d2c4d52d88ce7d" providerId="LiveId" clId="{D0BA0080-8504-41B7-926C-655607E98B4E}" dt="2026-01-19T17:38:10.247" v="3" actId="14100"/>
          <ac:picMkLst>
            <pc:docMk/>
            <pc:sldMk cId="4043737824" sldId="257"/>
            <ac:picMk id="10" creationId="{5028F7A5-C648-566F-A304-F5AFD1E3D6AC}"/>
          </ac:picMkLst>
        </pc:picChg>
        <pc:picChg chg="add del mod">
          <ac:chgData name="Mounika Mogalapalli" userId="74d2c4d52d88ce7d" providerId="LiveId" clId="{D0BA0080-8504-41B7-926C-655607E98B4E}" dt="2026-01-19T17:38:05.680" v="2" actId="478"/>
          <ac:picMkLst>
            <pc:docMk/>
            <pc:sldMk cId="4043737824" sldId="257"/>
            <ac:picMk id="11" creationId="{C580309A-0D47-6A60-456C-1CCE42299E00}"/>
          </ac:picMkLst>
        </pc:picChg>
      </pc:sldChg>
      <pc:sldChg chg="modSp mod">
        <pc:chgData name="Mounika Mogalapalli" userId="74d2c4d52d88ce7d" providerId="LiveId" clId="{D0BA0080-8504-41B7-926C-655607E98B4E}" dt="2026-01-19T17:45:45.955" v="43" actId="1076"/>
        <pc:sldMkLst>
          <pc:docMk/>
          <pc:sldMk cId="3364012702" sldId="261"/>
        </pc:sldMkLst>
        <pc:spChg chg="mod">
          <ac:chgData name="Mounika Mogalapalli" userId="74d2c4d52d88ce7d" providerId="LiveId" clId="{D0BA0080-8504-41B7-926C-655607E98B4E}" dt="2026-01-19T17:45:45.955" v="43" actId="1076"/>
          <ac:spMkLst>
            <pc:docMk/>
            <pc:sldMk cId="3364012702" sldId="261"/>
            <ac:spMk id="2" creationId="{6BF9CD49-3484-DA55-2562-733B79E90919}"/>
          </ac:spMkLst>
        </pc:spChg>
      </pc:sldChg>
      <pc:sldChg chg="modSp mod">
        <pc:chgData name="Mounika Mogalapalli" userId="74d2c4d52d88ce7d" providerId="LiveId" clId="{D0BA0080-8504-41B7-926C-655607E98B4E}" dt="2026-01-19T17:45:10.064" v="39" actId="27636"/>
        <pc:sldMkLst>
          <pc:docMk/>
          <pc:sldMk cId="3292100502" sldId="264"/>
        </pc:sldMkLst>
        <pc:spChg chg="mod">
          <ac:chgData name="Mounika Mogalapalli" userId="74d2c4d52d88ce7d" providerId="LiveId" clId="{D0BA0080-8504-41B7-926C-655607E98B4E}" dt="2026-01-19T17:45:10.064" v="39" actId="27636"/>
          <ac:spMkLst>
            <pc:docMk/>
            <pc:sldMk cId="3292100502" sldId="264"/>
            <ac:spMk id="3" creationId="{E708A51A-5F1C-C54A-FF21-3F312A87C042}"/>
          </ac:spMkLst>
        </pc:spChg>
      </pc:sldChg>
      <pc:sldChg chg="modSp mod">
        <pc:chgData name="Mounika Mogalapalli" userId="74d2c4d52d88ce7d" providerId="LiveId" clId="{D0BA0080-8504-41B7-926C-655607E98B4E}" dt="2026-01-19T17:40:15.502" v="15" actId="14100"/>
        <pc:sldMkLst>
          <pc:docMk/>
          <pc:sldMk cId="2832940616" sldId="265"/>
        </pc:sldMkLst>
        <pc:spChg chg="mod">
          <ac:chgData name="Mounika Mogalapalli" userId="74d2c4d52d88ce7d" providerId="LiveId" clId="{D0BA0080-8504-41B7-926C-655607E98B4E}" dt="2026-01-19T17:40:15.502" v="15" actId="14100"/>
          <ac:spMkLst>
            <pc:docMk/>
            <pc:sldMk cId="2832940616" sldId="265"/>
            <ac:spMk id="3" creationId="{C1589D94-9D46-5A4D-7846-062751D0EAF9}"/>
          </ac:spMkLst>
        </pc:spChg>
        <pc:spChg chg="mod">
          <ac:chgData name="Mounika Mogalapalli" userId="74d2c4d52d88ce7d" providerId="LiveId" clId="{D0BA0080-8504-41B7-926C-655607E98B4E}" dt="2026-01-19T17:39:58.987" v="12" actId="255"/>
          <ac:spMkLst>
            <pc:docMk/>
            <pc:sldMk cId="2832940616" sldId="265"/>
            <ac:spMk id="5" creationId="{D75CCFC0-546C-D56E-DB34-992988DDD46E}"/>
          </ac:spMkLst>
        </pc:spChg>
      </pc:sldChg>
      <pc:sldChg chg="modSp mod">
        <pc:chgData name="Mounika Mogalapalli" userId="74d2c4d52d88ce7d" providerId="LiveId" clId="{D0BA0080-8504-41B7-926C-655607E98B4E}" dt="2026-01-19T17:46:22.537" v="50" actId="1076"/>
        <pc:sldMkLst>
          <pc:docMk/>
          <pc:sldMk cId="2800295884" sldId="266"/>
        </pc:sldMkLst>
        <pc:spChg chg="mod">
          <ac:chgData name="Mounika Mogalapalli" userId="74d2c4d52d88ce7d" providerId="LiveId" clId="{D0BA0080-8504-41B7-926C-655607E98B4E}" dt="2026-01-19T17:46:22.537" v="50" actId="1076"/>
          <ac:spMkLst>
            <pc:docMk/>
            <pc:sldMk cId="2800295884" sldId="266"/>
            <ac:spMk id="4" creationId="{20CF5789-9529-61CB-3392-D9E37B781612}"/>
          </ac:spMkLst>
        </pc:spChg>
      </pc:sldChg>
      <pc:sldChg chg="modSp mod">
        <pc:chgData name="Mounika Mogalapalli" userId="74d2c4d52d88ce7d" providerId="LiveId" clId="{D0BA0080-8504-41B7-926C-655607E98B4E}" dt="2026-01-19T17:46:28.518" v="51" actId="1076"/>
        <pc:sldMkLst>
          <pc:docMk/>
          <pc:sldMk cId="698685785" sldId="267"/>
        </pc:sldMkLst>
        <pc:spChg chg="mod">
          <ac:chgData name="Mounika Mogalapalli" userId="74d2c4d52d88ce7d" providerId="LiveId" clId="{D0BA0080-8504-41B7-926C-655607E98B4E}" dt="2026-01-19T17:46:28.518" v="51" actId="1076"/>
          <ac:spMkLst>
            <pc:docMk/>
            <pc:sldMk cId="698685785" sldId="267"/>
            <ac:spMk id="2" creationId="{64479A19-F0D3-8EA5-8894-888B2B6D3316}"/>
          </ac:spMkLst>
        </pc:spChg>
      </pc:sldChg>
      <pc:sldChg chg="modSp mod">
        <pc:chgData name="Mounika Mogalapalli" userId="74d2c4d52d88ce7d" providerId="LiveId" clId="{D0BA0080-8504-41B7-926C-655607E98B4E}" dt="2026-01-19T17:46:46.406" v="54" actId="14100"/>
        <pc:sldMkLst>
          <pc:docMk/>
          <pc:sldMk cId="4271584971" sldId="268"/>
        </pc:sldMkLst>
        <pc:spChg chg="mod">
          <ac:chgData name="Mounika Mogalapalli" userId="74d2c4d52d88ce7d" providerId="LiveId" clId="{D0BA0080-8504-41B7-926C-655607E98B4E}" dt="2026-01-19T17:46:46.406" v="54" actId="14100"/>
          <ac:spMkLst>
            <pc:docMk/>
            <pc:sldMk cId="4271584971" sldId="268"/>
            <ac:spMk id="2" creationId="{3FB8396D-F239-0A88-3295-0C230FEE1A9F}"/>
          </ac:spMkLst>
        </pc:spChg>
      </pc:sldChg>
      <pc:sldChg chg="modSp mod">
        <pc:chgData name="Mounika Mogalapalli" userId="74d2c4d52d88ce7d" providerId="LiveId" clId="{D0BA0080-8504-41B7-926C-655607E98B4E}" dt="2026-01-19T17:41:45.668" v="30" actId="20577"/>
        <pc:sldMkLst>
          <pc:docMk/>
          <pc:sldMk cId="2757106092" sldId="269"/>
        </pc:sldMkLst>
        <pc:spChg chg="mod">
          <ac:chgData name="Mounika Mogalapalli" userId="74d2c4d52d88ce7d" providerId="LiveId" clId="{D0BA0080-8504-41B7-926C-655607E98B4E}" dt="2026-01-19T17:41:40.575" v="26" actId="27636"/>
          <ac:spMkLst>
            <pc:docMk/>
            <pc:sldMk cId="2757106092" sldId="269"/>
            <ac:spMk id="5" creationId="{6FAB9045-3A88-AC11-C62F-79AF3AEAE57F}"/>
          </ac:spMkLst>
        </pc:spChg>
        <pc:spChg chg="mod">
          <ac:chgData name="Mounika Mogalapalli" userId="74d2c4d52d88ce7d" providerId="LiveId" clId="{D0BA0080-8504-41B7-926C-655607E98B4E}" dt="2026-01-19T17:41:45.668" v="30" actId="20577"/>
          <ac:spMkLst>
            <pc:docMk/>
            <pc:sldMk cId="2757106092" sldId="269"/>
            <ac:spMk id="7" creationId="{A7E0C236-9928-120E-1091-99B2BA567F3D}"/>
          </ac:spMkLst>
        </pc:spChg>
      </pc:sldChg>
      <pc:sldChg chg="modSp mod">
        <pc:chgData name="Mounika Mogalapalli" userId="74d2c4d52d88ce7d" providerId="LiveId" clId="{D0BA0080-8504-41B7-926C-655607E98B4E}" dt="2026-01-19T17:47:20.038" v="58" actId="1076"/>
        <pc:sldMkLst>
          <pc:docMk/>
          <pc:sldMk cId="4036439856" sldId="270"/>
        </pc:sldMkLst>
        <pc:spChg chg="mod">
          <ac:chgData name="Mounika Mogalapalli" userId="74d2c4d52d88ce7d" providerId="LiveId" clId="{D0BA0080-8504-41B7-926C-655607E98B4E}" dt="2026-01-19T17:47:20.038" v="58" actId="1076"/>
          <ac:spMkLst>
            <pc:docMk/>
            <pc:sldMk cId="4036439856" sldId="270"/>
            <ac:spMk id="2" creationId="{872D52C5-9D75-5CC8-0675-D1311E99B2CF}"/>
          </ac:spMkLst>
        </pc:spChg>
        <pc:spChg chg="mod">
          <ac:chgData name="Mounika Mogalapalli" userId="74d2c4d52d88ce7d" providerId="LiveId" clId="{D0BA0080-8504-41B7-926C-655607E98B4E}" dt="2026-01-19T17:44:15.470" v="37" actId="20577"/>
          <ac:spMkLst>
            <pc:docMk/>
            <pc:sldMk cId="4036439856" sldId="270"/>
            <ac:spMk id="3" creationId="{CC3D2577-EC05-CCAC-9DB5-B21A5F705F4B}"/>
          </ac:spMkLst>
        </pc:spChg>
      </pc:sldChg>
      <pc:sldChg chg="modSp mod">
        <pc:chgData name="Mounika Mogalapalli" userId="74d2c4d52d88ce7d" providerId="LiveId" clId="{D0BA0080-8504-41B7-926C-655607E98B4E}" dt="2026-01-19T17:47:33.739" v="60" actId="1076"/>
        <pc:sldMkLst>
          <pc:docMk/>
          <pc:sldMk cId="602962855" sldId="271"/>
        </pc:sldMkLst>
        <pc:spChg chg="mod">
          <ac:chgData name="Mounika Mogalapalli" userId="74d2c4d52d88ce7d" providerId="LiveId" clId="{D0BA0080-8504-41B7-926C-655607E98B4E}" dt="2026-01-19T17:47:33.739" v="60" actId="1076"/>
          <ac:spMkLst>
            <pc:docMk/>
            <pc:sldMk cId="602962855" sldId="271"/>
            <ac:spMk id="4" creationId="{B354619F-8CB4-0200-D080-8E4C5DF5CD0A}"/>
          </ac:spMkLst>
        </pc:spChg>
      </pc:sldChg>
      <pc:sldChg chg="modSp mod">
        <pc:chgData name="Mounika Mogalapalli" userId="74d2c4d52d88ce7d" providerId="LiveId" clId="{D0BA0080-8504-41B7-926C-655607E98B4E}" dt="2026-01-19T17:47:46.768" v="63" actId="1076"/>
        <pc:sldMkLst>
          <pc:docMk/>
          <pc:sldMk cId="426613629" sldId="272"/>
        </pc:sldMkLst>
        <pc:spChg chg="mod">
          <ac:chgData name="Mounika Mogalapalli" userId="74d2c4d52d88ce7d" providerId="LiveId" clId="{D0BA0080-8504-41B7-926C-655607E98B4E}" dt="2026-01-19T17:47:46.768" v="63" actId="1076"/>
          <ac:spMkLst>
            <pc:docMk/>
            <pc:sldMk cId="426613629" sldId="272"/>
            <ac:spMk id="7" creationId="{A35321ED-7C8D-4FF6-0824-DE4B8C888C98}"/>
          </ac:spMkLst>
        </pc:spChg>
      </pc:sldChg>
      <pc:sldChg chg="modSp mod">
        <pc:chgData name="Mounika Mogalapalli" userId="74d2c4d52d88ce7d" providerId="LiveId" clId="{D0BA0080-8504-41B7-926C-655607E98B4E}" dt="2026-01-19T17:48:01.171" v="66" actId="1076"/>
        <pc:sldMkLst>
          <pc:docMk/>
          <pc:sldMk cId="684225335" sldId="273"/>
        </pc:sldMkLst>
        <pc:spChg chg="mod">
          <ac:chgData name="Mounika Mogalapalli" userId="74d2c4d52d88ce7d" providerId="LiveId" clId="{D0BA0080-8504-41B7-926C-655607E98B4E}" dt="2026-01-19T17:48:01.171" v="66" actId="1076"/>
          <ac:spMkLst>
            <pc:docMk/>
            <pc:sldMk cId="684225335" sldId="273"/>
            <ac:spMk id="2" creationId="{17EBB492-67C8-797A-CA1D-4EE2E742C1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235" y="2571315"/>
            <a:ext cx="6616841" cy="15474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Teach2Learn: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Personalized Tutor Recommendation System Using Machine Learning, Deep Learning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27C03A-9C59-84B3-42FE-FE93099D9FAA}"/>
              </a:ext>
            </a:extLst>
          </p:cNvPr>
          <p:cNvSpPr txBox="1"/>
          <p:nvPr/>
        </p:nvSpPr>
        <p:spPr>
          <a:xfrm>
            <a:off x="7798223" y="6032441"/>
            <a:ext cx="46353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Mounika Mogalapalli  (Y23CD122)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Bhavya Sri Kasireddy (Y23CD090)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19639D-5797-89B2-6A31-AC73E2174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91" y="0"/>
            <a:ext cx="5144218" cy="6858000"/>
          </a:xfrm>
          <a:prstGeom prst="rect">
            <a:avLst/>
          </a:prstGeom>
        </p:spPr>
      </p:pic>
      <p:pic>
        <p:nvPicPr>
          <p:cNvPr id="10" name="Picture 2" descr="RVRJC">
            <a:extLst>
              <a:ext uri="{FF2B5EF4-FFF2-40B4-BE49-F238E27FC236}">
                <a16:creationId xmlns:a16="http://schemas.microsoft.com/office/drawing/2014/main" id="{5028F7A5-C648-566F-A304-F5AFD1E3D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703" y="23573"/>
            <a:ext cx="1055298" cy="117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B9F9E1-7903-216C-3A18-D9069721A243}"/>
              </a:ext>
            </a:extLst>
          </p:cNvPr>
          <p:cNvSpPr txBox="1"/>
          <p:nvPr/>
        </p:nvSpPr>
        <p:spPr>
          <a:xfrm>
            <a:off x="5287992" y="396377"/>
            <a:ext cx="58487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R.V.R. &amp; J.C. COLLEGE OF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71826-97F8-770A-FD4D-E6DB37C80008}"/>
              </a:ext>
            </a:extLst>
          </p:cNvPr>
          <p:cNvSpPr txBox="1"/>
          <p:nvPr/>
        </p:nvSpPr>
        <p:spPr>
          <a:xfrm>
            <a:off x="7262396" y="4711685"/>
            <a:ext cx="1966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Project-1 (CD363)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8C69-5B1F-38C7-07D8-AEE7FC0A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89783"/>
            <a:ext cx="10058400" cy="1288786"/>
          </a:xfrm>
        </p:spPr>
        <p:txBody>
          <a:bodyPr>
            <a:normAutofit/>
          </a:bodyPr>
          <a:lstStyle/>
          <a:p>
            <a:r>
              <a:rPr lang="en-IN" sz="4000" dirty="0"/>
              <a:t>1.1 Introduction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2261-11E8-CA65-07AB-89618A8B2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Teach2Learn is a web‑based platform that connects students with suitable tutors using AI‑based recommendation techniques.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student profiles, learning goals, and feedback to recommend the most relevant tutors and peer mentors.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make teaching and learning more personalized, efficient, and data‑driven.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1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4A987-FC83-B207-4667-FBFDB5B82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934109"/>
            <a:ext cx="4639736" cy="736282"/>
          </a:xfrm>
        </p:spPr>
        <p:txBody>
          <a:bodyPr>
            <a:normAutofit fontScale="92500" lnSpcReduction="10000"/>
          </a:bodyPr>
          <a:lstStyle/>
          <a:p>
            <a:r>
              <a:rPr lang="en-IN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Existing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49E1F-1951-4BA9-368C-EA3A03AED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207777"/>
            <a:ext cx="4639736" cy="40981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tutor search is mostly manual through word‑of‑mouth, social media groups, or coaching centers with no personalization.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online platforms often recommend tutors based only on basic filters like subject and location, ignoring learner preferences and learning style.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few systems continuously learn from student feedback to improve future recommendations.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3AF565-1DBE-AF61-551B-789C2B73E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5944" y="934109"/>
            <a:ext cx="4639736" cy="736282"/>
          </a:xfrm>
        </p:spPr>
        <p:txBody>
          <a:bodyPr>
            <a:normAutofit fontScale="92500" lnSpcReduction="10000"/>
          </a:bodyPr>
          <a:lstStyle/>
          <a:p>
            <a:r>
              <a:rPr lang="en-IN" sz="4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Proposed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77B2B-35A5-DDF3-2BE6-2E2394584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278553"/>
            <a:ext cx="4639736" cy="39497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uses ML/DL models to match students with tutors based on academic needs, skill level, tutor expertise, ratings, and historical feedback.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can create profiles, specify subjects, difficulty level, preferred mode (online/offline), and time slots.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recommendation engine predicts and ranks the best tutors, and updates its model using new interactions and feedback.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1D08D0-2180-7138-CEF7-1B43035A4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050"/>
            <a:ext cx="12192000" cy="1729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D38D77-C47B-1AC8-519E-376A7FF97BC9}"/>
              </a:ext>
            </a:extLst>
          </p:cNvPr>
          <p:cNvCxnSpPr>
            <a:cxnSpLocks/>
          </p:cNvCxnSpPr>
          <p:nvPr/>
        </p:nvCxnSpPr>
        <p:spPr>
          <a:xfrm>
            <a:off x="6602082" y="1685294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080BC9-411F-5623-0F8F-14CD1BC5E90D}"/>
              </a:ext>
            </a:extLst>
          </p:cNvPr>
          <p:cNvCxnSpPr>
            <a:cxnSpLocks/>
          </p:cNvCxnSpPr>
          <p:nvPr/>
        </p:nvCxnSpPr>
        <p:spPr>
          <a:xfrm>
            <a:off x="1167441" y="1670391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84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8A51A-5F1C-C54A-FF21-3F312A87C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42" y="817654"/>
            <a:ext cx="9979037" cy="826860"/>
          </a:xfrm>
        </p:spPr>
        <p:txBody>
          <a:bodyPr>
            <a:normAutofit fontScale="85000" lnSpcReduction="10000"/>
          </a:bodyPr>
          <a:lstStyle/>
          <a:p>
            <a:r>
              <a:rPr lang="en-US" sz="4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Potential Users, Features &amp; Market Demand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CDB7B-F6BD-A950-9F97-C2FEB4EC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4313" y="2990914"/>
            <a:ext cx="3077905" cy="291082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seeking personalized tutoring and skill development opportunities.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K-12 and higher education students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Skill development seekers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preparation needs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7CED9-2BAA-9E70-697F-462FEA27E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4457" y="2990914"/>
            <a:ext cx="3077905" cy="301120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educators and subject matter experts offering specialized knowledge.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Certified teachers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 specialists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Experienced tutors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1D3FA92-2784-7F80-61B0-639AA3D9C4AD}"/>
              </a:ext>
            </a:extLst>
          </p:cNvPr>
          <p:cNvSpPr txBox="1">
            <a:spLocks/>
          </p:cNvSpPr>
          <p:nvPr/>
        </p:nvSpPr>
        <p:spPr>
          <a:xfrm>
            <a:off x="7809784" y="2890527"/>
            <a:ext cx="3077905" cy="30112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Student-Teachers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educators who teach while learning, creating collaborative learning environments.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students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Peer mentoring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Earn while learning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708B1E-6C78-D902-F831-342A9E63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1454249"/>
            <a:ext cx="10631384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0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89D94-9D46-5A4D-7846-062751D0E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79" y="1297202"/>
            <a:ext cx="5282367" cy="736282"/>
          </a:xfrm>
        </p:spPr>
        <p:txBody>
          <a:bodyPr>
            <a:normAutofit fontScale="25000" lnSpcReduction="20000"/>
          </a:bodyPr>
          <a:lstStyle/>
          <a:p>
            <a:r>
              <a:rPr lang="en-IN" sz="1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Demand For The Product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8EF76-14F5-BA91-302C-D86D2E4B6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01074"/>
            <a:ext cx="4639736" cy="29108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personalized online education and skill‑based learning platforms.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difficulty in identifying trustworthy and compatible tutors among many options.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and freelance tutors need a smart platform to reach the right students efficiently.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Post‑pandemic shift towards hybrid learning increases the relevance of AI‑based educational platforms.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CCFC0-546C-D56E-DB34-992988DDD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6714" y="1297202"/>
            <a:ext cx="4639736" cy="736282"/>
          </a:xfrm>
        </p:spPr>
        <p:txBody>
          <a:bodyPr>
            <a:normAutofit fontScale="25000" lnSpcReduction="20000"/>
          </a:bodyPr>
          <a:lstStyle/>
          <a:p>
            <a:r>
              <a:rPr lang="en-IN" sz="1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 Protection Of Idea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FB874-9A8E-7969-8881-3B5625649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6714" y="2501074"/>
            <a:ext cx="4639736" cy="29108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role‑based access control to protect data and platform misuse.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 of user profiles and session data using database access control and basic encryption of sensitive data.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to extend with IP protection for the recommendation logic and model configurations.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B1D8EC-8E35-76BE-2B78-18FF21C52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547"/>
            <a:ext cx="12192000" cy="1729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BE6DE8-E528-EF7E-7D72-AD7333B601D2}"/>
              </a:ext>
            </a:extLst>
          </p:cNvPr>
          <p:cNvCxnSpPr>
            <a:cxnSpLocks/>
          </p:cNvCxnSpPr>
          <p:nvPr/>
        </p:nvCxnSpPr>
        <p:spPr>
          <a:xfrm>
            <a:off x="6731479" y="2033484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39544A-3FFC-2F86-4F19-F65659F251B1}"/>
              </a:ext>
            </a:extLst>
          </p:cNvPr>
          <p:cNvCxnSpPr>
            <a:cxnSpLocks/>
          </p:cNvCxnSpPr>
          <p:nvPr/>
        </p:nvCxnSpPr>
        <p:spPr>
          <a:xfrm>
            <a:off x="1199072" y="2033484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94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CD49-3484-DA55-2562-733B79E9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83693"/>
            <a:ext cx="9021505" cy="817463"/>
          </a:xfrm>
        </p:spPr>
        <p:txBody>
          <a:bodyPr>
            <a:normAutofit/>
          </a:bodyPr>
          <a:lstStyle/>
          <a:p>
            <a:r>
              <a:rPr lang="en-IN" sz="4000" dirty="0"/>
              <a:t>2.1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0F672-BDC0-3840-5A3A-7E5FED51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recommend tutors or courses using simple filters and basic recommendation techniques.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focus on course recommendation rather than personalized tutor matching.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 Review Findings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do not deeply consider student preferences, learning style, and feedback in one model.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support for peer‑to‑peer learning along with professional tutoring.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2.1.2 Objectives of the System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AI‑driven platform that recommends suitable tutors based on student profile, tutor expertise, and feedback.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continuous improvement of recommendations using ratings and session outcomes.</a:t>
            </a:r>
          </a:p>
          <a:p>
            <a:pPr>
              <a:lnSpc>
                <a:spcPct val="100000"/>
              </a:lnSpc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1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CF5789-9529-61CB-3392-D9E37B78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61329"/>
            <a:ext cx="10058400" cy="748453"/>
          </a:xfrm>
        </p:spPr>
        <p:txBody>
          <a:bodyPr>
            <a:normAutofit/>
          </a:bodyPr>
          <a:lstStyle/>
          <a:p>
            <a:r>
              <a:rPr lang="en-IN" sz="4000" dirty="0"/>
              <a:t>2.2 Requirements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788AB3-4E22-F724-8203-297636757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3681754" cy="3748193"/>
          </a:xfrm>
        </p:spPr>
        <p:txBody>
          <a:bodyPr>
            <a:normAutofit fontScale="25000" lnSpcReduction="20000"/>
          </a:bodyPr>
          <a:lstStyle/>
          <a:p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2.2.1 Functional Requirements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and profile creation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registration and expertise listing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tutor recommendation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interaction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panel</a:t>
            </a:r>
          </a:p>
          <a:p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2.2.2 User Requirements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tutor search and recommendation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responsive interface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B91D4-D7B7-A662-B7A3-199BE754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448230" cy="4279900"/>
          </a:xfrm>
        </p:spPr>
        <p:txBody>
          <a:bodyPr>
            <a:normAutofit fontScale="25000" lnSpcReduction="20000"/>
          </a:bodyPr>
          <a:lstStyle/>
          <a:p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2.2.3 Non-Functional Requirements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</a:t>
            </a:r>
          </a:p>
          <a:p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2.2.4 System Requirements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support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with Python environment</a:t>
            </a:r>
          </a:p>
          <a:p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76B6B3-593E-AA03-7997-956E4CE8C3EA}"/>
              </a:ext>
            </a:extLst>
          </p:cNvPr>
          <p:cNvCxnSpPr>
            <a:cxnSpLocks/>
          </p:cNvCxnSpPr>
          <p:nvPr/>
        </p:nvCxnSpPr>
        <p:spPr>
          <a:xfrm>
            <a:off x="6058619" y="2120900"/>
            <a:ext cx="0" cy="3856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29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9A19-F0D3-8EA5-8894-888B2B6D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97402"/>
            <a:ext cx="10058400" cy="659058"/>
          </a:xfrm>
        </p:spPr>
        <p:txBody>
          <a:bodyPr>
            <a:normAutofit/>
          </a:bodyPr>
          <a:lstStyle/>
          <a:p>
            <a:r>
              <a:rPr lang="en-IN" sz="4000" dirty="0"/>
              <a:t>2.3 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AAEE4-B0D3-05AE-6B4D-03F9716D4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 Technical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Python, Flask, MySQL/SQLite, and AI libraries like Scikit-Learn and TensorFlow, which are well-supported and feasible.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 Operational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operate the system with minimal training due to a simple UI.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2.3.3 Behavioral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encourages collaboration and personalized learning, making it acceptable to users.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85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B9045-3A88-AC11-C62F-79AF3AEAE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050" y="1117121"/>
            <a:ext cx="4639736" cy="736282"/>
          </a:xfrm>
        </p:spPr>
        <p:txBody>
          <a:bodyPr>
            <a:normAutofit fontScale="92500"/>
          </a:bodyPr>
          <a:lstStyle/>
          <a:p>
            <a:r>
              <a:rPr lang="en-IN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Modules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E0C236-9928-120E-1091-99B2BA567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5944" y="1117121"/>
            <a:ext cx="4639736" cy="736282"/>
          </a:xfrm>
        </p:spPr>
        <p:txBody>
          <a:bodyPr>
            <a:normAutofit fontScale="92500"/>
          </a:bodyPr>
          <a:lstStyle/>
          <a:p>
            <a:r>
              <a:rPr lang="en-IN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Process Model Used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0A8076-5828-74DF-B496-64932438C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2208" y="2830059"/>
            <a:ext cx="4639736" cy="164858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Model is used, allowing the system to be developed in phases such as authentication, recommendation engine, and peer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B953071-7232-2FEB-A4C3-E78D3D26698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18050" y="2787194"/>
            <a:ext cx="379623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Authentication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Tutor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Engine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6F1230-46B3-4EE2-F440-0EDBACE1B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050"/>
            <a:ext cx="12192000" cy="1729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607B31-E1C6-D705-747D-C9FBE4E78D59}"/>
              </a:ext>
            </a:extLst>
          </p:cNvPr>
          <p:cNvCxnSpPr>
            <a:cxnSpLocks/>
          </p:cNvCxnSpPr>
          <p:nvPr/>
        </p:nvCxnSpPr>
        <p:spPr>
          <a:xfrm>
            <a:off x="6731479" y="2033484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CF6FDB-5DD3-7E24-BA8C-1270981B313C}"/>
              </a:ext>
            </a:extLst>
          </p:cNvPr>
          <p:cNvCxnSpPr>
            <a:cxnSpLocks/>
          </p:cNvCxnSpPr>
          <p:nvPr/>
        </p:nvCxnSpPr>
        <p:spPr>
          <a:xfrm>
            <a:off x="1293962" y="2033484"/>
            <a:ext cx="4802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10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396D-F239-0A88-3295-0C230FEE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3849"/>
            <a:ext cx="10058400" cy="1216510"/>
          </a:xfrm>
        </p:spPr>
        <p:txBody>
          <a:bodyPr>
            <a:normAutofit/>
          </a:bodyPr>
          <a:lstStyle/>
          <a:p>
            <a:r>
              <a:rPr lang="en-IN" sz="4000" dirty="0"/>
              <a:t>2.6 Hardware and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5B118-44A1-71B6-AEA5-54A4DFC8C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190712" cy="4025180"/>
          </a:xfrm>
        </p:spPr>
        <p:txBody>
          <a:bodyPr>
            <a:normAutofit fontScale="25000" lnSpcReduction="20000"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PC/Laptop</a:t>
            </a:r>
          </a:p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SQLite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TensorFlow/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EF817-4E2E-BA80-C104-8D249FED1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" t="27720" r="2174" b="28223"/>
          <a:stretch>
            <a:fillRect/>
          </a:stretch>
        </p:blipFill>
        <p:spPr>
          <a:xfrm>
            <a:off x="3890513" y="2683884"/>
            <a:ext cx="7016411" cy="211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8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52C5-9D75-5CC8-0675-D1311E99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16380"/>
            <a:ext cx="10058400" cy="748452"/>
          </a:xfrm>
        </p:spPr>
        <p:txBody>
          <a:bodyPr>
            <a:normAutofit/>
          </a:bodyPr>
          <a:lstStyle/>
          <a:p>
            <a:r>
              <a:rPr lang="en-IN" sz="4000" dirty="0"/>
              <a:t>2.7 SRS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2577-EC05-CCAC-9DB5-B21A5F705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SRS defines system functionality, constraints, interfaces, and performance requirements to ensure reliable development and deployment.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Software Requirements Specification (SRS) defines the functional and non-functional requirements of the Teach2Learn system. It describes system behavior, user interactions, constraints, and performance expectations. The SRS serves as a blueprint to ensure accurate implementation of the AI-based tutor recommendation platform</a:t>
            </a:r>
            <a:r>
              <a:rPr lang="en-US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43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54619F-8CB4-0200-D080-8E4C5DF5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46981"/>
            <a:ext cx="10058400" cy="9264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Design Phase / System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8202E-4CD4-24D4-6E65-6B3041E1E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3.1.1 Conceptual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8CC22-BEEA-97FB-D60A-2C78A03F43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Actors: Student, Tutor, Admin.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 Register, Login, Manage Profile, Get Recommendations, Manage Tutor List, Give Feedback, Generate Reports.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89A089-658D-096A-AF0F-F8D104D0C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4986" y="2057400"/>
            <a:ext cx="4639736" cy="736282"/>
          </a:xfrm>
        </p:spPr>
        <p:txBody>
          <a:bodyPr>
            <a:normAutofit/>
          </a:bodyPr>
          <a:lstStyle/>
          <a:p>
            <a:r>
              <a:rPr lang="en-IN" sz="2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3.1.2 Logical Design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308A4D-7E39-71D7-04CF-9EEB44DEBB8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Flowcharts and data flow diagrams showing: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 recommendation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96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5321ED-7C8D-4FF6-0824-DE4B8C88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412" y="733245"/>
            <a:ext cx="10058400" cy="797081"/>
          </a:xfrm>
        </p:spPr>
        <p:txBody>
          <a:bodyPr>
            <a:normAutofit/>
          </a:bodyPr>
          <a:lstStyle/>
          <a:p>
            <a:r>
              <a:rPr lang="en-US" sz="4000" dirty="0"/>
              <a:t>3.3 Design Diagram of the System</a:t>
            </a:r>
            <a:endParaRPr lang="en-IN" sz="400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4D75073-07A3-F568-B46C-27B594303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1279" y="2125451"/>
            <a:ext cx="9549441" cy="414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1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B492-67C8-797A-CA1D-4EE2E742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039" y="767751"/>
            <a:ext cx="10058400" cy="788454"/>
          </a:xfrm>
        </p:spPr>
        <p:txBody>
          <a:bodyPr>
            <a:normAutofit/>
          </a:bodyPr>
          <a:lstStyle/>
          <a:p>
            <a:r>
              <a:rPr lang="en-IN" sz="4000" dirty="0"/>
              <a:t>3.4 Database Design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CFF0C9E-21B1-E606-E77D-2FF17A7F7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A0BAC-3DA5-1230-609B-58AFAC69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82" y="2061713"/>
            <a:ext cx="8833448" cy="41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2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164566"/>
            <a:ext cx="9599475" cy="3486554"/>
          </a:xfrm>
        </p:spPr>
        <p:txBody>
          <a:bodyPr anchor="ctr">
            <a:normAutofit/>
          </a:bodyPr>
          <a:lstStyle/>
          <a:p>
            <a:pPr lvl="0" algn="ctr"/>
            <a:r>
              <a:rPr lang="en-US" i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{6B5BA441-44BA-4DEE-BFEE-2668CD95F55F}tf56160789_win32</Template>
  <TotalTime>161</TotalTime>
  <Words>908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Times New Roman</vt:lpstr>
      <vt:lpstr>Wingdings</vt:lpstr>
      <vt:lpstr>Custom</vt:lpstr>
      <vt:lpstr>Teach2Learn: An AI-Driven Personalized Tutor Recommendation System Using Machine Learning, Deep Learning</vt:lpstr>
      <vt:lpstr>1.1 Introduction of the Project</vt:lpstr>
      <vt:lpstr>PowerPoint Presentation</vt:lpstr>
      <vt:lpstr>PowerPoint Presentation</vt:lpstr>
      <vt:lpstr>PowerPoint Presentation</vt:lpstr>
      <vt:lpstr>2.1 Literature Review</vt:lpstr>
      <vt:lpstr>2.2 Requirements Analysis</vt:lpstr>
      <vt:lpstr>2.3 Feasibility Study</vt:lpstr>
      <vt:lpstr>PowerPoint Presentation</vt:lpstr>
      <vt:lpstr>2.6 Hardware and Software Requirements</vt:lpstr>
      <vt:lpstr>2.7 SRS Specification</vt:lpstr>
      <vt:lpstr>3.1 Design Phase / System Design</vt:lpstr>
      <vt:lpstr>3.3 Design Diagram of the System</vt:lpstr>
      <vt:lpstr>3.4 Database Design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 Mogalapalli</dc:creator>
  <cp:lastModifiedBy>Mounika Mogalapalli</cp:lastModifiedBy>
  <cp:revision>1</cp:revision>
  <dcterms:created xsi:type="dcterms:W3CDTF">2026-01-19T15:08:39Z</dcterms:created>
  <dcterms:modified xsi:type="dcterms:W3CDTF">2026-01-19T17:49:53Z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